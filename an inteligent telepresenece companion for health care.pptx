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6E4EE-625B-4A77-A5B1-538BC003718D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2CA65F23-D6BC-4618-ABF5-89E22CF35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124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6E4EE-625B-4A77-A5B1-538BC003718D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5F23-D6BC-4618-ABF5-89E22CF35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729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6E4EE-625B-4A77-A5B1-538BC003718D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5F23-D6BC-4618-ABF5-89E22CF35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757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6E4EE-625B-4A77-A5B1-538BC003718D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5F23-D6BC-4618-ABF5-89E22CF35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886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6E4EE-625B-4A77-A5B1-538BC003718D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5F23-D6BC-4618-ABF5-89E22CF35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450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6E4EE-625B-4A77-A5B1-538BC003718D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5F23-D6BC-4618-ABF5-89E22CF35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182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6E4EE-625B-4A77-A5B1-538BC003718D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5F23-D6BC-4618-ABF5-89E22CF35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807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6E4EE-625B-4A77-A5B1-538BC003718D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5F23-D6BC-4618-ABF5-89E22CF35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320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086E4EE-625B-4A77-A5B1-538BC003718D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5F23-D6BC-4618-ABF5-89E22CF35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581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6E4EE-625B-4A77-A5B1-538BC003718D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5F23-D6BC-4618-ABF5-89E22CF35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92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6E4EE-625B-4A77-A5B1-538BC003718D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5F23-D6BC-4618-ABF5-89E22CF359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081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6E4EE-625B-4A77-A5B1-538BC003718D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CA65F23-D6BC-4618-ABF5-89E22CF359D8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3490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Teleperesence%20Robot.pptx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1C898E-9477-0BDA-A502-560A25FFE8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An Intelligent Telepresence Companion System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ABB1013-B371-35FF-8FD5-3AB93A21C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4424" y="3868615"/>
            <a:ext cx="8637072" cy="111536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Rohan </a:t>
            </a:r>
            <a:r>
              <a:rPr lang="en-US" dirty="0" err="1"/>
              <a:t>rangaraju</a:t>
            </a:r>
            <a:r>
              <a:rPr lang="en-US" dirty="0"/>
              <a:t> (22507090)</a:t>
            </a:r>
          </a:p>
          <a:p>
            <a:r>
              <a:rPr lang="en-US" dirty="0"/>
              <a:t>Ankith </a:t>
            </a:r>
            <a:r>
              <a:rPr lang="en-US" dirty="0" err="1"/>
              <a:t>Bettaswamy</a:t>
            </a:r>
            <a:r>
              <a:rPr lang="en-US" dirty="0"/>
              <a:t> Gowda (22511178)                                                     </a:t>
            </a:r>
            <a:br>
              <a:rPr lang="en-US" dirty="0"/>
            </a:br>
            <a:endParaRPr lang="en-US" dirty="0"/>
          </a:p>
          <a:p>
            <a:endParaRPr lang="en-IN" dirty="0"/>
          </a:p>
        </p:txBody>
      </p:sp>
      <p:pic>
        <p:nvPicPr>
          <p:cNvPr id="1028" name="Picture 4" descr="Technische Hochschule Deggendorf logo ...">
            <a:extLst>
              <a:ext uri="{FF2B5EF4-FFF2-40B4-BE49-F238E27FC236}">
                <a16:creationId xmlns:a16="http://schemas.microsoft.com/office/drawing/2014/main" xmlns="" id="{635282DB-FC17-3F9E-ABD5-09E706B0F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4896" y="229060"/>
            <a:ext cx="443865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5049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9B3064-DEB1-54E5-F8EE-EFB2F4DA2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Telepresence robot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5A6BB48F-E5F7-D82D-4FA3-64A989CE27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80" y="2207048"/>
            <a:ext cx="946093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telepresence robot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mobile robot that allows a person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remotely interact and communicate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another location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uses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camera, microphone, speaker, and screen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Controlled through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internet (via laptop/mobile)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video communication and movement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</a:rPr>
              <a:t/>
            </a: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>
                <a:latin typeface="Arial" panose="020B0604020202020204" pitchFamily="34" charset="0"/>
              </a:rPr>
              <a:t/>
            </a:r>
            <a:br>
              <a:rPr lang="en-US" altLang="en-US" sz="1800" dirty="0">
                <a:latin typeface="Arial" panose="020B0604020202020204" pitchFamily="34" charset="0"/>
              </a:rPr>
            </a:br>
            <a:r>
              <a:rPr lang="en-US" altLang="en-US" sz="1800" dirty="0">
                <a:latin typeface="Arial" panose="020B0604020202020204" pitchFamily="34" charset="0"/>
              </a:rPr>
              <a:t>Video - </a:t>
            </a:r>
            <a:r>
              <a:rPr lang="en-US" altLang="en-US" sz="1800" dirty="0">
                <a:solidFill>
                  <a:srgbClr val="00B0F0"/>
                </a:solidFill>
                <a:latin typeface="Arial" panose="020B0604020202020204" pitchFamily="34" charset="0"/>
                <a:hlinkClick r:id="rId2" action="ppaction://hlinkpres?slideindex=1&amp;slidetitle=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https://www.youtube.com/watch?v=NfYqQ1TmjNw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AutoShape 3" descr="Telepresence Robots | Remote Presence Robots, Virtual Presence Robots,  Telebots">
            <a:extLst>
              <a:ext uri="{FF2B5EF4-FFF2-40B4-BE49-F238E27FC236}">
                <a16:creationId xmlns:a16="http://schemas.microsoft.com/office/drawing/2014/main" xmlns="" id="{8174B05C-9B33-4126-E6B4-5CBB4D2AB3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97356" y="4230356"/>
            <a:ext cx="1493018" cy="1493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9F62AAE-4A09-3BA3-1025-7D8A28D015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1709" y="3154166"/>
            <a:ext cx="147953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907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3E80EB-ACC4-3801-C8D9-B99C06B3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828799"/>
            <a:ext cx="9291215" cy="783771"/>
          </a:xfrm>
        </p:spPr>
        <p:txBody>
          <a:bodyPr>
            <a:normAutofit fontScale="90000"/>
          </a:bodyPr>
          <a:lstStyle/>
          <a:p>
            <a:r>
              <a:rPr lang="en-IN" dirty="0"/>
              <a:t>Problem Statement</a:t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4F10CB6-37EF-B4A7-DEE1-4B3DB56494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466463"/>
            <a:ext cx="919967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Increasing number of elderly people living independently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access to: Continuous monitoring, Social engagement, Immediate support in emergencies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Physical presence of caregivers is not always feasible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Demand for a remote presence and assistance solution </a:t>
            </a:r>
          </a:p>
        </p:txBody>
      </p:sp>
    </p:spTree>
    <p:extLst>
      <p:ext uri="{BB962C8B-B14F-4D97-AF65-F5344CB8AC3E}">
        <p14:creationId xmlns:p14="http://schemas.microsoft.com/office/powerpoint/2010/main" val="3846052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50245D-F576-1004-CF48-BC13F66E3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9C7FCF11-6023-9969-F6E8-10FF408B2B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945808"/>
            <a:ext cx="917957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Loneliness increases elderly mortality risk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~30–35%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 isolation can lead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 to 2× higher risk of death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elderly lack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interaction, support, and immediate help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Caregivers cannot always be present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 companionship &amp; assistance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 - </a:t>
            </a:r>
            <a:r>
              <a:rPr lang="en-US" sz="1800" dirty="0"/>
              <a:t>World Health Organization, National Institute on Aging, Proceedings of the National Academy of Sciences, BMC Geriatrics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9" name="Picture 3" descr="who-logo-world-health-organization-logo - bmab.de">
            <a:extLst>
              <a:ext uri="{FF2B5EF4-FFF2-40B4-BE49-F238E27FC236}">
                <a16:creationId xmlns:a16="http://schemas.microsoft.com/office/drawing/2014/main" xmlns="" id="{8AA14E4B-A58F-5A50-E5E8-6B6742013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918" y="4763862"/>
            <a:ext cx="3830847" cy="1186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BMC Geriatrics | Badges | Research Communities by Springer Nature">
            <a:extLst>
              <a:ext uri="{FF2B5EF4-FFF2-40B4-BE49-F238E27FC236}">
                <a16:creationId xmlns:a16="http://schemas.microsoft.com/office/drawing/2014/main" xmlns="" id="{B8FA28D4-068E-5901-7D95-E0C8C9BE7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0537" y="4763862"/>
            <a:ext cx="4410075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912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7CF1EC-4459-76B3-765D-E1D98338A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28060DE-6CA5-1002-BA64-7F0F91F60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A </a:t>
            </a:r>
            <a:r>
              <a:rPr lang="en-IN" b="1" dirty="0"/>
              <a:t>telepresence robot companion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Features: </a:t>
            </a:r>
          </a:p>
          <a:p>
            <a:pPr lvl="1"/>
            <a:r>
              <a:rPr lang="en-IN" dirty="0"/>
              <a:t>Live video communication </a:t>
            </a:r>
          </a:p>
          <a:p>
            <a:pPr lvl="1"/>
            <a:r>
              <a:rPr lang="en-IN" dirty="0"/>
              <a:t>Remote navigation </a:t>
            </a:r>
          </a:p>
          <a:p>
            <a:pPr lvl="1"/>
            <a:r>
              <a:rPr lang="en-IN" dirty="0"/>
              <a:t>Basic monitoring (camera/sensors) </a:t>
            </a:r>
          </a:p>
          <a:p>
            <a:pPr lvl="0"/>
            <a:r>
              <a:rPr lang="en-IN" dirty="0"/>
              <a:t>Controlled via mobile/web app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AutoShape 2" descr=", AI generated">
            <a:extLst>
              <a:ext uri="{FF2B5EF4-FFF2-40B4-BE49-F238E27FC236}">
                <a16:creationId xmlns:a16="http://schemas.microsoft.com/office/drawing/2014/main" xmlns="" id="{B480E458-2316-CB8D-E5D4-8641AA3F3C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3A5D6DD-6B36-3409-C379-A878636E9D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621" y="2134856"/>
            <a:ext cx="4931647" cy="268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719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8" y="0"/>
            <a:ext cx="9291215" cy="1049235"/>
          </a:xfrm>
        </p:spPr>
        <p:txBody>
          <a:bodyPr/>
          <a:lstStyle/>
          <a:p>
            <a:r>
              <a:rPr lang="en-US" dirty="0" smtClean="0"/>
              <a:t>Improvements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518" y="1049235"/>
            <a:ext cx="10809333" cy="4830340"/>
          </a:xfrm>
        </p:spPr>
        <p:txBody>
          <a:bodyPr/>
          <a:lstStyle/>
          <a:p>
            <a:r>
              <a:rPr lang="en-US" b="1" dirty="0"/>
              <a:t>Emotion &amp; Health Awareness (AI Assistive Layer)</a:t>
            </a:r>
          </a:p>
          <a:p>
            <a:pPr marL="0" indent="0">
              <a:buNone/>
            </a:pPr>
            <a:r>
              <a:rPr lang="en-US" b="1" dirty="0" smtClean="0"/>
              <a:t>   Problem</a:t>
            </a:r>
            <a:r>
              <a:rPr lang="en-US" b="1" dirty="0"/>
              <a:t>:</a:t>
            </a:r>
            <a:r>
              <a:rPr lang="en-US" dirty="0"/>
              <a:t> Systems don’t understand patient condition beyond video.</a:t>
            </a:r>
            <a:br>
              <a:rPr lang="en-US" dirty="0"/>
            </a:br>
            <a:r>
              <a:rPr lang="en-US" dirty="0" smtClean="0"/>
              <a:t>   </a:t>
            </a:r>
            <a:r>
              <a:rPr lang="en-US" b="1" dirty="0" smtClean="0"/>
              <a:t>Improvement</a:t>
            </a:r>
            <a:r>
              <a:rPr lang="en-US" b="1" dirty="0"/>
              <a:t>:</a:t>
            </a:r>
            <a:r>
              <a:rPr lang="en-US" dirty="0"/>
              <a:t> Add </a:t>
            </a:r>
            <a:r>
              <a:rPr lang="en-US" b="1" dirty="0"/>
              <a:t>AI detection of emotions or basic health signals</a:t>
            </a:r>
            <a:r>
              <a:rPr lang="en-US" dirty="0"/>
              <a:t> (e.g., </a:t>
            </a:r>
            <a:r>
              <a:rPr lang="en-US" dirty="0" smtClean="0"/>
              <a:t>distress)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92518" y="2372114"/>
            <a:ext cx="1033609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Home care relies on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in-person visits → high cost &amp; delays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Caregivers cannot monitor patients continuously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Existing systems (e.g., Double Robotics Telepresence Robot) provide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video only, no intelligence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real-time understanding of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emotion or condition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692518" y="397199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Why Important Now: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Aging population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Shortage of caregivers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Growing demand for remote healthcare solutions</a:t>
            </a:r>
          </a:p>
        </p:txBody>
      </p:sp>
    </p:spTree>
    <p:extLst>
      <p:ext uri="{BB962C8B-B14F-4D97-AF65-F5344CB8AC3E}">
        <p14:creationId xmlns:p14="http://schemas.microsoft.com/office/powerpoint/2010/main" val="843017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87322" y="138124"/>
            <a:ext cx="1022888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Emotion (sad, distress)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Activity (inactivity, unusual behavior)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Voice alerts (“help”)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Alert System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notifies caregiver based on urgency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⬇ Response time (≥25%)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⬇ Caregiver workload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⬆ Patient safety &amp; independence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1036" y="5232160"/>
            <a:ext cx="58056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From remote viewing → to intelligent, proactive care.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4216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271A91-37BC-1DD7-B2F4-3667E243D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654" y="0"/>
            <a:ext cx="9291215" cy="1049235"/>
          </a:xfrm>
        </p:spPr>
        <p:txBody>
          <a:bodyPr/>
          <a:lstStyle/>
          <a:p>
            <a:r>
              <a:rPr lang="en-IN" dirty="0"/>
              <a:t>System Overview and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DA29551-83A9-7679-A096-BA9191B56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152" y="1128984"/>
            <a:ext cx="9291215" cy="3450613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IN" dirty="0"/>
              <a:t>Raspberry Pi / Jetson Nano </a:t>
            </a:r>
          </a:p>
          <a:p>
            <a:pPr lvl="0"/>
            <a:r>
              <a:rPr lang="en-IN" dirty="0"/>
              <a:t>Camera module </a:t>
            </a:r>
          </a:p>
          <a:p>
            <a:pPr lvl="0"/>
            <a:r>
              <a:rPr lang="en-IN" dirty="0"/>
              <a:t>Motor driver </a:t>
            </a:r>
          </a:p>
          <a:p>
            <a:pPr lvl="0"/>
            <a:r>
              <a:rPr lang="en-IN" dirty="0"/>
              <a:t>Wheels + chassis </a:t>
            </a:r>
          </a:p>
          <a:p>
            <a:pPr lvl="0"/>
            <a:r>
              <a:rPr lang="en-IN" dirty="0"/>
              <a:t>Battery </a:t>
            </a:r>
          </a:p>
          <a:p>
            <a:r>
              <a:rPr lang="en-IN" dirty="0" smtClean="0"/>
              <a:t>Sensors</a:t>
            </a:r>
          </a:p>
          <a:p>
            <a:r>
              <a:rPr lang="en-IN" dirty="0"/>
              <a:t>Microphone + </a:t>
            </a:r>
            <a:r>
              <a:rPr lang="en-IN" dirty="0" smtClean="0"/>
              <a:t>Speaker</a:t>
            </a:r>
          </a:p>
          <a:p>
            <a:r>
              <a:rPr lang="en-IN" dirty="0"/>
              <a:t>Power Management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0FFDA8E-F31E-129B-9237-D1DF5DB4E7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210" y="1029180"/>
            <a:ext cx="5325626" cy="35504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18318" y="5004679"/>
            <a:ext cx="114382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Core </a:t>
            </a:r>
            <a:r>
              <a:rPr lang="en-US" dirty="0"/>
              <a:t>hardware is implemented with additional modules for communication, interaction, and power management to enable full telepresence functionality.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7603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398217-B7DF-DB62-E6E9-B4BFB0A8B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31118D5-B2F0-AE0B-50D6-F0016E782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dirty="0"/>
              <a:t>Software: </a:t>
            </a:r>
          </a:p>
          <a:p>
            <a:pPr lvl="1"/>
            <a:r>
              <a:rPr lang="en-IN" dirty="0"/>
              <a:t>ROS 2 (Robot control) </a:t>
            </a:r>
          </a:p>
          <a:p>
            <a:pPr lvl="1"/>
            <a:r>
              <a:rPr lang="en-IN" dirty="0"/>
              <a:t>Python / C++ </a:t>
            </a:r>
          </a:p>
          <a:p>
            <a:pPr lvl="1"/>
            <a:r>
              <a:rPr lang="en-IN" dirty="0"/>
              <a:t>Web/App interface </a:t>
            </a:r>
          </a:p>
          <a:p>
            <a:pPr lvl="0"/>
            <a:r>
              <a:rPr lang="en-IN" dirty="0"/>
              <a:t>Communication: </a:t>
            </a:r>
          </a:p>
          <a:p>
            <a:pPr lvl="1"/>
            <a:r>
              <a:rPr lang="en-IN" dirty="0"/>
              <a:t>Wi-Fi / Internet </a:t>
            </a:r>
          </a:p>
          <a:p>
            <a:pPr lvl="0"/>
            <a:r>
              <a:rPr lang="en-IN" dirty="0"/>
              <a:t>Video: </a:t>
            </a:r>
          </a:p>
          <a:p>
            <a:pPr lvl="1"/>
            <a:r>
              <a:rPr lang="en-IN" dirty="0"/>
              <a:t>WebRTC / streaming tools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7170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ED7E3C-051D-BE34-47F3-6670C5892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BOM (Bill of materials)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432D141C-F7BE-F60D-2DF8-6C2DB573F6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2635126"/>
              </p:ext>
            </p:extLst>
          </p:nvPr>
        </p:nvGraphicFramePr>
        <p:xfrm>
          <a:off x="1450975" y="2460784"/>
          <a:ext cx="9604374" cy="3108960"/>
        </p:xfrm>
        <a:graphic>
          <a:graphicData uri="http://schemas.openxmlformats.org/drawingml/2006/table">
            <a:tbl>
              <a:tblPr/>
              <a:tblGrid>
                <a:gridCol w="4802187">
                  <a:extLst>
                    <a:ext uri="{9D8B030D-6E8A-4147-A177-3AD203B41FA5}">
                      <a16:colId xmlns:a16="http://schemas.microsoft.com/office/drawing/2014/main" xmlns="" val="2798420835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xmlns="" val="11801043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Estimated Cost (€)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119337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Controller (e.g., Raspberry Pi / Microcontroller)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dirty="0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2605921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Motors (2–4 DC/Stepper Motors)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5257902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Camera (Webcam / Pi Camera)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9714753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Battery (Li-ion / Power Pack)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/>
                        <a:t>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264122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Miscellaneous (wires, chassis, wheels, sensors)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dirty="0"/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681952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Total Estimated Cost</a:t>
                      </a:r>
                      <a:endParaRPr lang="en-IN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800" b="1" dirty="0"/>
                        <a:t>€180</a:t>
                      </a: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58626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250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AE76A4-AE87-783B-4EA9-7CE352AC2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Safety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8332AC7-91FB-92A8-B272-C4D29952C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Low-speed movement </a:t>
            </a:r>
          </a:p>
          <a:p>
            <a:pPr lvl="0"/>
            <a:r>
              <a:rPr lang="en-IN" dirty="0"/>
              <a:t>Obstacle detection (basic) </a:t>
            </a:r>
          </a:p>
          <a:p>
            <a:pPr lvl="0"/>
            <a:r>
              <a:rPr lang="en-IN" dirty="0"/>
              <a:t>Stable design (no tipping) </a:t>
            </a:r>
          </a:p>
          <a:p>
            <a:pPr lvl="0"/>
            <a:r>
              <a:rPr lang="en-IN" dirty="0"/>
              <a:t>Secure communication (basic encryption)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4920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627C23-CCFB-55B1-4FBC-16FFFE71D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66627F5-B5DA-B25D-E058-11974E127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Telepresence robots can: </a:t>
            </a:r>
          </a:p>
          <a:p>
            <a:pPr lvl="1"/>
            <a:r>
              <a:rPr lang="en-IN" dirty="0"/>
              <a:t>Improve elderly care </a:t>
            </a:r>
          </a:p>
          <a:p>
            <a:pPr lvl="1"/>
            <a:r>
              <a:rPr lang="en-IN" dirty="0"/>
              <a:t>Reduce caregiver burden </a:t>
            </a:r>
          </a:p>
          <a:p>
            <a:pPr lvl="0"/>
            <a:r>
              <a:rPr lang="en-IN" dirty="0"/>
              <a:t>This project builds a </a:t>
            </a:r>
            <a:r>
              <a:rPr lang="en-IN" b="1" dirty="0"/>
              <a:t>practical prototype solution</a:t>
            </a:r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3439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C87F2D-6B08-501E-DB12-7EC4DEDC0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728" y="2572378"/>
            <a:ext cx="3697794" cy="1487156"/>
          </a:xfrm>
        </p:spPr>
        <p:txBody>
          <a:bodyPr>
            <a:normAutofit/>
          </a:bodyPr>
          <a:lstStyle/>
          <a:p>
            <a:r>
              <a:rPr lang="en-IN" sz="4400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C703C0D-44FC-049E-8F99-5EAE577B2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6255" y="4190163"/>
            <a:ext cx="1276141" cy="127618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Q &amp; A</a:t>
            </a:r>
          </a:p>
        </p:txBody>
      </p:sp>
      <p:sp>
        <p:nvSpPr>
          <p:cNvPr id="4" name="AutoShape 2" descr="Telepresence Robots PNG Transparent Images Free Download | Vector Files |  Pngtree">
            <a:extLst>
              <a:ext uri="{FF2B5EF4-FFF2-40B4-BE49-F238E27FC236}">
                <a16:creationId xmlns:a16="http://schemas.microsoft.com/office/drawing/2014/main" xmlns="" id="{AE76996D-199E-AA7E-6574-85C0D102AD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6B7C0A6-71B3-3C13-19D0-8C5A7E156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4996" y="3429000"/>
            <a:ext cx="3213481" cy="321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96733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188</TotalTime>
  <Words>489</Words>
  <Application>Microsoft Office PowerPoint</Application>
  <PresentationFormat>Widescreen</PresentationFormat>
  <Paragraphs>104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Rockwell</vt:lpstr>
      <vt:lpstr>Gallery</vt:lpstr>
      <vt:lpstr>An Intelligent Telepresence Companion System</vt:lpstr>
      <vt:lpstr>What is Telepresence robot</vt:lpstr>
      <vt:lpstr>Problem Statement  </vt:lpstr>
      <vt:lpstr>Motivation</vt:lpstr>
      <vt:lpstr>Proposed Solution </vt:lpstr>
      <vt:lpstr>Improvements</vt:lpstr>
      <vt:lpstr>PowerPoint Presentation</vt:lpstr>
      <vt:lpstr>System Overview and components</vt:lpstr>
      <vt:lpstr>Tech Stack</vt:lpstr>
      <vt:lpstr>BOM (Bill of materials)</vt:lpstr>
      <vt:lpstr>Safety Considerations</vt:lpstr>
      <vt:lpstr>Expected Outcomes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Intelligent Telepresence Companion System</dc:title>
  <dc:creator>Rohan Rangaraj</dc:creator>
  <cp:lastModifiedBy>Microsoft account</cp:lastModifiedBy>
  <cp:revision>3</cp:revision>
  <dcterms:created xsi:type="dcterms:W3CDTF">2026-04-09T10:51:18Z</dcterms:created>
  <dcterms:modified xsi:type="dcterms:W3CDTF">2026-04-13T22:04:21Z</dcterms:modified>
</cp:coreProperties>
</file>